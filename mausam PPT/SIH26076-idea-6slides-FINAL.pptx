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Mock1" Type="http://schemas.openxmlformats.org/officeDocument/2006/relationships/image" Target="../media/mock1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Mock2" Type="http://schemas.openxmlformats.org/officeDocument/2006/relationships/image" Target="../media/mock2.png"/><Relationship Id="rIdMock3" Type="http://schemas.openxmlformats.org/officeDocument/2006/relationships/image" Target="../media/mock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Mock4" Type="http://schemas.openxmlformats.org/officeDocument/2006/relationships/image" Target="../media/mock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SIH26076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Personalised homepage for the Mausam mobile application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–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– [as registered on the portal]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[to be filled before upload]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Mausam home: actions with proof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Decision stack on a map + bottom sheet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Every value shows source, station and age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Honest gaps; labelled adapters; planner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01" name="mock101"/>
          <p:cNvPicPr>
            <a:picLocks noChangeAspect="1"/>
          </p:cNvPicPr>
        </p:nvPicPr>
        <p:blipFill>
          <a:blip r:embed="rIdMock1"/>
          <a:stretch>
            <a:fillRect/>
          </a:stretch>
        </p:blipFill>
        <p:spPr>
          <a:xfrm>
            <a:off x="9692640" y="2331720"/>
            <a:ext cx="1737360" cy="3759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Vanilla PWA; offline-first, age always shown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Deterministic engine with byte-identical replay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02" name="mock102"/>
          <p:cNvPicPr>
            <a:picLocks noChangeAspect="1"/>
          </p:cNvPicPr>
        </p:nvPicPr>
        <p:blipFill>
          <a:blip r:embed="rIdMock2"/>
          <a:stretch>
            <a:fillRect/>
          </a:stretch>
        </p:blipFill>
        <p:spPr>
          <a:xfrm>
            <a:off x="9784080" y="1325880"/>
            <a:ext cx="1828800" cy="3957710"/>
          </a:xfrm>
          <a:prstGeom prst="rect">
            <a:avLst/>
          </a:prstGeom>
        </p:spPr>
      </p:pic>
      <p:pic>
        <p:nvPicPr>
          <p:cNvPr id="103" name="mock103"/>
          <p:cNvPicPr>
            <a:picLocks noChangeAspect="1"/>
          </p:cNvPicPr>
        </p:nvPicPr>
        <p:blipFill>
          <a:blip r:embed="rIdMock3"/>
          <a:stretch>
            <a:fillRect/>
          </a:stretch>
        </p:blipFill>
        <p:spPr>
          <a:xfrm>
            <a:off x="640080" y="3977639"/>
            <a:ext cx="5120640" cy="19202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Mock runs on real IMD captures; keyed API needs the host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CPCB reachability, undocumented fields, iOS push limits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Labelled fallbacks; stated grain; Android demo + inbox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/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Actions with evidence, not bare charts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Lineage, replay and gap cards are the moat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04" name="mock104"/>
          <p:cNvPicPr>
            <a:picLocks noChangeAspect="1"/>
          </p:cNvPicPr>
        </p:nvPicPr>
        <p:blipFill>
          <a:blip r:embed="rIdMock4"/>
          <a:stretch>
            <a:fillRect/>
          </a:stretch>
        </p:blipFill>
        <p:spPr>
          <a:xfrm>
            <a:off x="8869680" y="1325880"/>
            <a:ext cx="2651760" cy="471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IMD API reference + portal user guide (key, hourly JWT, static IP): api.imd.gov.in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CPCB real-time AQI (GODL): data.gov.in; XKDR India Air Quality DB (CC BY 4.0)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Copernicus CAMS atmosphere data store: ads.atmosphere.copernicus.eu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MeitY UX4G design system; PIB Mausam note; Pai et al. 2014 rainfall climatology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Mock, fixtures, replay tests: Mausam/app, docs/evidence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